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4.png"/><Relationship Id="rId7" Type="http://schemas.openxmlformats.org/officeDocument/2006/relationships/image" Target="../media/image-5-5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84073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Diamond Deception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714849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mystery of loyalty, greed, and one last score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6352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Players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32198"/>
            <a:ext cx="2009923" cy="25124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780855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Sgt. Frank Spike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5189537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40-year veteran. Retiring soon. Dreaming big.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35" y="2032198"/>
            <a:ext cx="2009923" cy="251241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4780855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Peggy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5189537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 of the "Dog and Duck" pub. Frank's secret ally.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794" y="2032198"/>
            <a:ext cx="2009923" cy="251241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4780855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Inspector Spencer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5189537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Frank's superior. Trusts him completely.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79556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Frank's Problem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669679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6832" y="2865041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40 Years of Service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6832" y="3273723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Retirement looming — but the pension is meager.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61475" y="3960515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6832" y="4155877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Dream Unfulfilled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56832" y="4564559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luxury trip he always wanted — out of reach.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331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Plot to Steal the Diamond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10060"/>
            <a:ext cx="6903269" cy="39118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2251" y="2052737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Babbington Diamond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032251" y="2537023"/>
            <a:ext cx="35042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priceless gem owned by the wealthy Babbington family.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032251" y="3330873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Inspector Spencer's Request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032251" y="3815159"/>
            <a:ext cx="35042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Spencer consults Frank about a known criminal plot to steal it.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32251" y="4609009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Frank's Role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032251" y="5093295"/>
            <a:ext cx="35042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Tasked with devising a plan to catch the thieves in the act.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9057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Frank's Secret Plan</a:t>
            </a:r>
            <a:endParaRPr lang="en-US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664692"/>
            <a:ext cx="6296860" cy="113992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77479" y="1879104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Conspiracy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977479" y="2287786"/>
            <a:ext cx="576644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Frank secretly conspires with Peggy behind the scenes.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993628"/>
            <a:ext cx="6296860" cy="144234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77479" y="3208040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Fake Diamond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977479" y="3616722"/>
            <a:ext cx="57664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Peggy commissions a flawless replica — indistinguishable from the real thing.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624983"/>
            <a:ext cx="6296860" cy="144234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7479" y="4839395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Setup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977479" y="5248077"/>
            <a:ext cx="57664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Frank prepares the swap before the criminals even make their move.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297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Theft &amp; The Swap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9830" y="1721644"/>
            <a:ext cx="8452035" cy="38683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41606" y="4518531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Fake Presented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41783" y="4518531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Frank Pockets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352827" y="4518531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Police Intercept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320397" y="4671375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Estate Heist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580261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perfect crime — committed by the man meant to stop it.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49314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Aftermath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2367260"/>
            <a:ext cx="3053877" cy="1706662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8717" y="2562622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Justice... Served?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428717" y="2971304"/>
            <a:ext cx="26631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Criminals imprisoned. Everyone believes the real diamond was recovered.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476244" y="2367260"/>
            <a:ext cx="3053976" cy="1706662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71601" y="2562622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Frank's Reward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71601" y="2971304"/>
            <a:ext cx="266326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Luxurious new home. An expensive cat. A holiday planned with Peggy.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4262934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28717" y="4458295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Truth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428717" y="4866977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Frank kept the real diamond. The fake sits in the evidence locker.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47042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Moral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516821" y="2557165"/>
            <a:ext cx="662298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every thief wears a mask — some wear a badge.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2344539"/>
            <a:ext cx="25399" cy="727670"/>
          </a:xfrm>
          <a:prstGeom prst="roundRect">
            <a:avLst>
              <a:gd name="adj" fmla="val 50001"/>
            </a:avLst>
          </a:prstGeom>
          <a:solidFill>
            <a:srgbClr val="4950B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07961" y="3259435"/>
            <a:ext cx="6322259" cy="7619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73166" y="3284835"/>
            <a:ext cx="605705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Corruption Wears Many Faces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473166" y="3693517"/>
            <a:ext cx="60570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Frank upheld the law for 40 years — then broke it perfectly, just once.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7961" y="4348559"/>
            <a:ext cx="6322259" cy="106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73166" y="4373959"/>
            <a:ext cx="605705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Perfect Crime?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5473166" y="4782641"/>
            <a:ext cx="605705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one suspected. No one looked. Sometimes, the fox guards the henhouse.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2026-09-28T04:15:46Z</dcterms:created>
  <dcterms:modified xsi:type="dcterms:W3CDTF">2026-09-28T04:15:46Z</dcterms:modified>
</cp:coreProperties>
</file>